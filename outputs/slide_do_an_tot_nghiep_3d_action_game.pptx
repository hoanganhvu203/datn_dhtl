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e95afee2d4f00" /><Relationship Type="http://schemas.openxmlformats.org/officeDocument/2006/relationships/extended-properties" Target="/docProps/app.xml" Id="Raa338a8691424fe7" /><Relationship Type="http://schemas.openxmlformats.org/officeDocument/2006/relationships/officeDocument" Target="/ppt/presentation.xml" Id="Ra141ba474057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af2fe787a44f39"/>
  </p:sldMasterIdLst>
  <p:notesMasterIdLst>
    <p:notesMasterId xmlns:r="http://schemas.openxmlformats.org/officeDocument/2006/relationships" r:id="R3b446e0c6c1847e9"/>
  </p:notesMasterIdLst>
  <p:sldIdLst>
    <p:sldId xmlns:r="http://schemas.openxmlformats.org/officeDocument/2006/relationships" id="256" r:id="R39f5411d86ee444a"/>
    <p:sldId xmlns:r="http://schemas.openxmlformats.org/officeDocument/2006/relationships" id="257" r:id="R42bfa7f865ec4181"/>
    <p:sldId xmlns:r="http://schemas.openxmlformats.org/officeDocument/2006/relationships" id="258" r:id="R2d23f09179c54f6d"/>
    <p:sldId xmlns:r="http://schemas.openxmlformats.org/officeDocument/2006/relationships" id="259" r:id="R052578faf18f44d5"/>
    <p:sldId xmlns:r="http://schemas.openxmlformats.org/officeDocument/2006/relationships" id="260" r:id="R3689f551ddc3436c"/>
    <p:sldId xmlns:r="http://schemas.openxmlformats.org/officeDocument/2006/relationships" id="261" r:id="R21d60d17700844fb"/>
    <p:sldId xmlns:r="http://schemas.openxmlformats.org/officeDocument/2006/relationships" id="262" r:id="Rc7884985b23c4742"/>
    <p:sldId xmlns:r="http://schemas.openxmlformats.org/officeDocument/2006/relationships" id="263" r:id="R44042d9d0d324f89"/>
    <p:sldId xmlns:r="http://schemas.openxmlformats.org/officeDocument/2006/relationships" id="264" r:id="R8b44a7b45cbc4f43"/>
    <p:sldId xmlns:r="http://schemas.openxmlformats.org/officeDocument/2006/relationships" id="265" r:id="Rce969d92b05a4eb5"/>
    <p:sldId xmlns:r="http://schemas.openxmlformats.org/officeDocument/2006/relationships" id="266" r:id="R55e6031966a14ab6"/>
    <p:sldId xmlns:r="http://schemas.openxmlformats.org/officeDocument/2006/relationships" id="267" r:id="R86bb1a3015e84d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3aee8eef7b4256" /><Relationship Type="http://schemas.openxmlformats.org/officeDocument/2006/relationships/slideMaster" Target="/ppt/slideMasters/slideMaster1.xml" Id="R61af2fe787a44f39" /><Relationship Type="http://schemas.openxmlformats.org/officeDocument/2006/relationships/notesMaster" Target="/ppt/notesMasters/notesMaster1.xml" Id="R3b446e0c6c1847e9" /><Relationship Type="http://schemas.openxmlformats.org/officeDocument/2006/relationships/presProps" Target="/ppt/presProps.xml" Id="Rd77bd412dd9c4a70" /><Relationship Type="http://schemas.openxmlformats.org/officeDocument/2006/relationships/tableStyles" Target="/ppt/tableStyles.xml" Id="R87e31427b6f34c0f" /><Relationship Type="http://schemas.openxmlformats.org/officeDocument/2006/relationships/slide" Target="/ppt/slides/slide1.xml" Id="R39f5411d86ee444a" /><Relationship Type="http://schemas.openxmlformats.org/officeDocument/2006/relationships/slide" Target="/ppt/slides/slide2.xml" Id="R42bfa7f865ec4181" /><Relationship Type="http://schemas.openxmlformats.org/officeDocument/2006/relationships/slide" Target="/ppt/slides/slide3.xml" Id="R2d23f09179c54f6d" /><Relationship Type="http://schemas.openxmlformats.org/officeDocument/2006/relationships/slide" Target="/ppt/slides/slide4.xml" Id="R052578faf18f44d5" /><Relationship Type="http://schemas.openxmlformats.org/officeDocument/2006/relationships/slide" Target="/ppt/slides/slide5.xml" Id="R3689f551ddc3436c" /><Relationship Type="http://schemas.openxmlformats.org/officeDocument/2006/relationships/slide" Target="/ppt/slides/slide6.xml" Id="R21d60d17700844fb" /><Relationship Type="http://schemas.openxmlformats.org/officeDocument/2006/relationships/slide" Target="/ppt/slides/slide7.xml" Id="Rc7884985b23c4742" /><Relationship Type="http://schemas.openxmlformats.org/officeDocument/2006/relationships/slide" Target="/ppt/slides/slide8.xml" Id="R44042d9d0d324f89" /><Relationship Type="http://schemas.openxmlformats.org/officeDocument/2006/relationships/slide" Target="/ppt/slides/slide9.xml" Id="R8b44a7b45cbc4f43" /><Relationship Type="http://schemas.openxmlformats.org/officeDocument/2006/relationships/slide" Target="/ppt/slides/slide10.xml" Id="Rce969d92b05a4eb5" /><Relationship Type="http://schemas.openxmlformats.org/officeDocument/2006/relationships/slide" Target="/ppt/slides/slide11.xml" Id="R55e6031966a14ab6" /><Relationship Type="http://schemas.openxmlformats.org/officeDocument/2006/relationships/slide" Target="/ppt/slides/slide12.xml" Id="R86bb1a3015e84d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4453792558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5f3c26470f4d4d" /><Relationship Type="http://schemas.openxmlformats.org/officeDocument/2006/relationships/notesMaster" Target="/ppt/notesMasters/notesMaster1.xml" Id="R9833fbdc0ffb42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d8f9bfc67419e" /><Relationship Type="http://schemas.openxmlformats.org/officeDocument/2006/relationships/notesMaster" Target="/ppt/notesMasters/notesMaster1.xml" Id="Rc50a8cd02550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92e221098e4326" /><Relationship Type="http://schemas.openxmlformats.org/officeDocument/2006/relationships/notesMaster" Target="/ppt/notesMasters/notesMaster1.xml" Id="R63668a44e53141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c3153ac6f44d03" /><Relationship Type="http://schemas.openxmlformats.org/officeDocument/2006/relationships/notesMaster" Target="/ppt/notesMasters/notesMaster1.xml" Id="R2b1cb5b69240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4db4b6133c4497" /><Relationship Type="http://schemas.openxmlformats.org/officeDocument/2006/relationships/notesMaster" Target="/ppt/notesMasters/notesMaster1.xml" Id="R1294021e93ca48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c9c63fe0e34e7b" /><Relationship Type="http://schemas.openxmlformats.org/officeDocument/2006/relationships/notesMaster" Target="/ppt/notesMasters/notesMaster1.xml" Id="Ra90d1de60aac48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7eb5b25d5249cc" /><Relationship Type="http://schemas.openxmlformats.org/officeDocument/2006/relationships/notesMaster" Target="/ppt/notesMasters/notesMaster1.xml" Id="R931124c4719447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d8829a668d4878" /><Relationship Type="http://schemas.openxmlformats.org/officeDocument/2006/relationships/notesMaster" Target="/ppt/notesMasters/notesMaster1.xml" Id="R7b14b288e0aa45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78d15367994725" /><Relationship Type="http://schemas.openxmlformats.org/officeDocument/2006/relationships/notesMaster" Target="/ppt/notesMasters/notesMaster1.xml" Id="R2f40dc6ead254a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2875c009d9420a" /><Relationship Type="http://schemas.openxmlformats.org/officeDocument/2006/relationships/notesMaster" Target="/ppt/notesMasters/notesMaster1.xml" Id="R0a5646d029744a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17f8e994284ebe" /><Relationship Type="http://schemas.openxmlformats.org/officeDocument/2006/relationships/notesMaster" Target="/ppt/notesMasters/notesMaster1.xml" Id="Rccee25edb80948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3bda5cc44b4f84" /><Relationship Type="http://schemas.openxmlformats.org/officeDocument/2006/relationships/notesMaster" Target="/ppt/notesMasters/notesMaster1.xml" Id="R4699ca0674af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b5692c3d6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7ce288b43840d9" /><Relationship Type="http://schemas.openxmlformats.org/officeDocument/2006/relationships/slideLayout" Target="/ppt/slideLayouts/slideLayout1.xml" Id="R916180e6937a42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180e6937a42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8652accc54ad7" /><Relationship Type="http://schemas.openxmlformats.org/officeDocument/2006/relationships/image" Target="/ppt/media/image.png" Id="Re090a234df814a5e" /><Relationship Type="http://schemas.openxmlformats.org/officeDocument/2006/relationships/image" Target="/ppt/media/image2.png" Id="R0ba402a437e4497a" /><Relationship Type="http://schemas.openxmlformats.org/officeDocument/2006/relationships/notesSlide" Target="/ppt/notesSlides/notesSlide1.xml" Id="Ra5b129c8589a41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04ea90985413f" /><Relationship Type="http://schemas.openxmlformats.org/officeDocument/2006/relationships/notesSlide" Target="/ppt/notesSlides/notesSlide2.xml" Id="Rd17bd7109be3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2c4fb646740ff" /><Relationship Type="http://schemas.openxmlformats.org/officeDocument/2006/relationships/notesSlide" Target="/ppt/notesSlides/notesSlide3.xml" Id="Rf4b0eb75af3147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89bb4a84b483b" /><Relationship Type="http://schemas.openxmlformats.org/officeDocument/2006/relationships/image" Target="/ppt/media/image3.png" Id="R2f45f6fbf6d845e1" /><Relationship Type="http://schemas.openxmlformats.org/officeDocument/2006/relationships/image" Target="/ppt/media/image4.png" Id="R06f055db9ec14aee" /><Relationship Type="http://schemas.openxmlformats.org/officeDocument/2006/relationships/notesSlide" Target="/ppt/notesSlides/notesSlide4.xml" Id="R84aec6aa4f7c4f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a50e81b724975" /><Relationship Type="http://schemas.openxmlformats.org/officeDocument/2006/relationships/notesSlide" Target="/ppt/notesSlides/notesSlide5.xml" Id="R6873f4b506974b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da5dde60443b3" /><Relationship Type="http://schemas.openxmlformats.org/officeDocument/2006/relationships/image" Target="/ppt/media/image5.png" Id="R677f95ef86f04b75" /><Relationship Type="http://schemas.openxmlformats.org/officeDocument/2006/relationships/notesSlide" Target="/ppt/notesSlides/notesSlide6.xml" Id="Rcc6a3a63316848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dc58a671b49ef" /><Relationship Type="http://schemas.openxmlformats.org/officeDocument/2006/relationships/notesSlide" Target="/ppt/notesSlides/notesSlide7.xml" Id="R3a32d9d329c04c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004370d204665" /><Relationship Type="http://schemas.openxmlformats.org/officeDocument/2006/relationships/notesSlide" Target="/ppt/notesSlides/notesSlide8.xml" Id="Rcad53b474f38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9ce0197ca491b" /><Relationship Type="http://schemas.openxmlformats.org/officeDocument/2006/relationships/notesSlide" Target="/ppt/notesSlides/notesSlide9.xml" Id="R5ec5ee85c2b74a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a66aa5810437e" /><Relationship Type="http://schemas.openxmlformats.org/officeDocument/2006/relationships/notesSlide" Target="/ppt/notesSlides/notesSlide10.xml" Id="R48d633d17e8b43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61ed309d34123" /><Relationship Type="http://schemas.openxmlformats.org/officeDocument/2006/relationships/notesSlide" Target="/ppt/notesSlides/notesSlide11.xml" Id="R5bc7100093c140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b3f2bf54e4e14" /><Relationship Type="http://schemas.openxmlformats.org/officeDocument/2006/relationships/image" Target="/ppt/media/image6.png" Id="R664daf9cfbfb4a11" /><Relationship Type="http://schemas.openxmlformats.org/officeDocument/2006/relationships/notesSlide" Target="/ppt/notesSlides/notesSlide12.xml" Id="R2ee7fcd5feb04d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0a234df814a5e"/>
          <a:srcRect xmlns:a="http://schemas.openxmlformats.org/drawingml/2006/main" l="7825" t="0" r="7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71BE2-A1A8-4322-8A01-8D80DF47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13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02a437e4497a"/>
          <a:stretch xmlns:a="http://schemas.openxmlformats.org/drawingml/2006/main"/>
        </p:blipFill>
        <p:spPr>
          <a:xfrm xmlns:a="http://schemas.openxmlformats.org/drawingml/2006/main">
            <a:off x="666750" y="7810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4E8E3-CC22-41BD-B0AD-2157E61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ĐỒ ÁN TỐT NGHIỆP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9A23-6D22-41AE-94FA-6D737184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3D Action Game</a:t>
            </a:r>
          </a:p>
          <a:p xmlns:a="http://schemas.openxmlformats.org/drawingml/2006/main">
            <a:pPr algn="l">
              <a:defRPr sz="40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Co-op • AI • Player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AEA0F-D6D6-4FC1-935E-A15CEC0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Unity • C# • Photon Fusion • Supabase • NavMesh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C02FC-39A2-4F4D-86C8-C18DA8E7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5B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1A5BC"/>
                </a:solidFill>
                <a:latin typeface="Segoe UI"/>
                <a:ea typeface="Segoe UI"/>
                <a:cs typeface="Segoe UI"/>
              </a:rPr>
              <a:t>Thời lượng trình bày: khoảng 15 phút</a:t>
            </a:r>
          </a:p>
        </p:txBody>
      </p:sp>
    </p:spTree>
    <p:extLst>
      <p:ext uri="{BB962C8B-B14F-4D97-AF65-F5344CB8AC3E}">
        <p14:creationId xmlns:p14="http://schemas.microsoft.com/office/powerpoint/2010/main" val="1630102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7418E-2B3A-4B1B-B4C6-48ECC70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Nội dung chính của bài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647AF-D49B-49CE-A791-A9C5BFB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Bài thuyết trình đi từ mục tiêu đồ án, vòng lặp gameplay, công nghệ triển khai đến kết quả đạt được.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CFCEE-296C-472D-A066-92276B92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8E467-BF9B-4C9D-8F7E-C03B809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47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D2334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EB5C9-44C6-494F-B27F-E68C9D7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3F605-12A3-43DA-99A9-624E88E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2405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2B482-5029-4B24-B315-500D089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7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Mục tiêu đồ 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87D0F-2EBB-4B1E-92E6-F23FAD6E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478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Xây dựng prototype game hành động 3D có chơi đơn, co-op online, AI enemy và lưu dữ liệu người chơi.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E0BE1-F539-4B86-AEE8-4FF0C83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047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D233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F5B1C-C1A7-452F-806B-E8C6AB5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2288-3263-4D39-80B4-24FB61C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E20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2D172-D43D-4BB2-9F7D-B4E46A72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Gameplay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D318F-4A68-497B-B8FB-DBB2290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194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Người chơi vào trận, di chuyển qua từng khu vực, kích hoạt wave, chiến đấu, nhận thưởng và kết thúc trận.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2A108-FB4C-47A2-A425-37A2A94E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047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D2334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33D63-7B96-41F3-82CB-6D483FB5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B52F5-ECB1-4D8E-9A72-D408E69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509B1-50FC-4B11-A645-3D12C00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909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Công nghệ sử dụng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97B51-B522-4CA6-A364-62BB72A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909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Unity/C#, Photon Fusion, Supabase, NavMeshAgent, Animator, UI Toolkit/UGUI và TextMeshPro.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CF3BD-CAD8-47AC-93B1-99AD6CFE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047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D2334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3E161-67B6-45BE-9866-B2BDDF4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43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F6D7E-D39D-4E08-8116-4EBAA989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E2035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49EEF-1DFD-481A-BF4E-3BF2C02C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625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Kết quả &amp; hướng phát triển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D9D51-5E57-4F86-8A4D-DA0E943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62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Tổng kết các phần đã hoàn thiện, hạn chế còn lại và hướng mở rộng sau bảo vệ.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933DA-5A9C-4063-A854-F3E6D1DA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Tổng quan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17A99-00FA-4EFB-89E8-A3EF51CE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126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EBFFFD-FAA3-4C41-999A-08EF749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Game loop trong một trận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B6B6E-DBCC-4371-9C20-1ACB2B0A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Luồng chơi chính: chuẩn bị trận, load scene, điều khiển nhân vật, kích hoạt wave, clear enemy và ghi nhận kết quả.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CB904-8359-4360-9810-CD4B8D4F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BDCE-4B57-4D95-AA54-A1BEF8B0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5DE31-5257-4805-978B-94E1565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Menu /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1C3B8-6D29-4670-BE83-37D96EE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Đăng nhập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chọn chế độ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D9C86-C16F-4961-91AF-C886C78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9930E-998E-4FBA-8D01-0953C50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669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Room /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0D1BC-20C4-4F24-B614-5E802B07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90775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Tạo phòng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sẵn sàng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22100-A9BA-478D-9897-6D3F213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89D4A-0A2D-4F5F-A1AB-0DEC9CEE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669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Load GameScene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21102-ED07-4F23-922C-F909F239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90775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StartMatch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load màn chơi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7DA74-F449-46B4-8B4C-E8BFCF37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BD63F-CAD3-463E-8BB9-3496A7FF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669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Spawn 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2DD32-60B3-4E80-9935-3F37932D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90775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Tạo avatar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camera + HUD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35557-1A16-4EB1-ACFF-DBBC3BF5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A106E-28EC-44EC-9668-95DDED5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Clear /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C0A57-3371-4811-A610-6A8E0C4E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Mở cổng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win/lose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44273-A6F8-4B05-840D-C772AEBB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26332-DC0E-4FA1-B250-FDB81BFA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Combat / Revive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82CEF4-4681-4AF1-B89C-BFA484C8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101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Combo, slide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hồi sinh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7881A-BE52-4952-B54C-DD9B9C1A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F3291-451A-43F7-BF83-2C224656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862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Enemy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816E5-EF48-4A10-BF59-F304404B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NavMeshAgent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tìm mục tiêu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76816-5FE1-47BC-8E48-38978DEC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2333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C6027-481B-4B12-9EE6-CA86699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862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Trigger Spawner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BDC53-8A2C-4B16-AF3F-0CE6329D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01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Vào vùng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sinh enemy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CFFFC-ECCB-4EFD-9979-11B70E2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EE8C8-A955-46C9-831B-908D7286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5E447-1017-43D6-8CEB-823E232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D1F64-6DEC-45D5-9B3C-15F539AD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95600"/>
            <a:ext cx="285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0F32F-900A-4810-BDBE-6A633C8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386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2C6832-0A69-43E6-9B39-247C87D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386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66527-5CDD-4B1E-AF38-BE652D77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BDB05-771C-41DC-8487-6E4427C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876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B4EF3-4734-4A5B-AA16-F0411CB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671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Core loop: di chuyển → gặp wave → chiến đấu → clear → mở đường → nhận kết quả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FA0A9-0C81-4816-A61C-C29468B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Gameplay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66DB26-3E1D-4094-9A0B-D7E4E0E7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6814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DF6E1-26A0-484E-9B7E-1CB2CA2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Combat &amp; điều khiển người chơi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B2D86-48EB-4E7F-AF2C-47F3A993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Player có state machine riêng cho movement, attack combo, slide và trạng thái bị đánh/chết.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99A82-79BB-43D3-A735-ED02710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5f6fbf6d845e1"/>
          <a:stretch xmlns:a="http://schemas.openxmlformats.org/drawingml/2006/main"/>
        </p:blipFill>
        <p:spPr>
          <a:xfrm xmlns:a="http://schemas.openxmlformats.org/drawingml/2006/main">
            <a:off x="685800" y="196215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055db9ec14aee"/>
          <a:stretch xmlns:a="http://schemas.openxmlformats.org/drawingml/2006/main"/>
        </p:blipFill>
        <p:spPr>
          <a:xfrm xmlns:a="http://schemas.openxmlformats.org/drawingml/2006/main">
            <a:off x="685800" y="36766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7002E-15EE-4A07-80DE-798579C4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4000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E49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F7C4-590B-442A-8088-0FEB09EE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Attack combo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739FA-87C9-4106-8CE2-C963939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• Combo tối đa 3 đòn</a:t>
            </a:r>
          </a:p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• Bấm tiếp để queue đòn sau</a:t>
            </a:r>
          </a:p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• Animation event bật DamageCaster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E314B-96F3-4435-99DD-95A1008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4000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D2F"/>
          </a:solidFill>
          <a:ln xmlns:a="http://schemas.openxmlformats.org/drawingml/2006/main" w="9525">
            <a:solidFill>
              <a:srgbClr val="2E49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EE6B4-D594-4FFC-BFD1-AD54991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Slide / né đòn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30F3B-3A7E-4524-AF94-E1CDE8A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7675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• Ưu tiên hướng input</a:t>
            </a:r>
          </a:p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• Khóa attack khi slide</a:t>
            </a:r>
          </a:p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• Trở về Run/Idle sau animation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E222E-431F-48BE-A3BE-05CCE234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3762375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CFEAC-BDE6-4CFC-A1AB-14644402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State 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27EE4-85A7-4BEF-BD0B-8990D2A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Idle → Run → Attack</a:t>
            </a:r>
          </a:p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       ↘ Slide</a:t>
            </a:r>
          </a:p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Hurt → Dead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Script chính:</a:t>
            </a:r>
          </a:p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Player.cs</a:t>
            </a:r>
          </a:p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Character.cs</a:t>
            </a:r>
          </a:p>
          <a:p xmlns:a="http://schemas.openxmlformats.org/drawingml/2006/main">
            <a:pPr algn="l">
              <a:defRPr sz="18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DamageCaster.cs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01F86-7B77-49F4-B329-E715FF4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Gameplay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5B733-0FA9-4537-959F-D03D5C1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1802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1D722-AA17-4440-8BF7-6135E8CF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Enemy, wave và level 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F70B9-0B59-467E-83CA-6132D3D4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Màn chơi được chia thành các vùng trigger. Clear enemy trong vùng sẽ mở cổng sang khu vực tiếp theo.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E5E0-1DFB-4A46-A7E3-AFC92D24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7AEFB-86B5-4BEA-BD47-7FB392DB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43803-9B3E-4084-8D1F-4F2013B6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Spawner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AF4D0-D486-4E19-AD83-CB24C4E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790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Trigger vùng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SpawnPoint[]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0A52D-C5F8-4D4E-B2F0-5A31B88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ED74D-6DFA-4384-A4F8-0048FCC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Enemy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92978-B2BA-4BEA-A9E5-6BE8CF6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1790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NavMeshAgent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Target gần nhất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7E94C-C001-4B10-8409-D92B060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86000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32287-DE63-4028-86D3-7E6D7117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Died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6EFB9-0381-4352-8A70-7A18C1A7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1790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aliveEnemyCount--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ClearSpawner()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5D966-9C55-4F03-B749-7AC9CBC8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86000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7AB51-B745-4CF9-93E2-272FBDD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7248E-58E0-43A6-B754-37512A23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7907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OpenGate()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Mở đường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082A7-E5AF-4E71-BD86-B1AEAD6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28765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FE6FB-7E3E-475C-A3CE-C826CDE1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8765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CEB1D-E601-478E-AA44-CC5360E3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8765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3CE5A-2C6B-4263-AC38-FF04F8B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D2334"/>
          </a:solidFill>
          <a:ln xmlns:a="http://schemas.openxmlformats.org/drawingml/2006/main" w="9525">
            <a:solidFill>
              <a:srgbClr val="2E49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72669-6B17-4E23-8C19-09BE6F8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Cơ chế tăng độ khó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B75D2-DB8D-4C04-8B25-5221FCBE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Spawner tính multiplier theo wave, thời gian trận và số người chơi; áp dụng vào máu, damage và tốc độ enemy.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964A4-AFF9-4077-A3E8-092CD1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Gameplay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83410-25D2-440E-8947-410AFAE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485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f95ef86f04b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8E0EE-DB0F-4B3B-AF8D-70F64A97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13">
              <a:alpha val="7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0E929-F9A1-49FB-883D-6F9F81C6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UI/UX phục vụ gameplay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0CB14-6F7E-4884-9707-2D74F410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Các panel không chỉ hiển thị; chúng nối trực tiếp vào logic điều khiển, dữ liệu và trạng thái trận.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93A1-DAE8-47C0-8541-EDE35023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CF77-9568-4948-8F6A-F45BD856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1827">
              <a:alpha val="86667"/>
            </a:srgbClr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C413F-838B-464B-B3A2-3E4E47FA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PanelGamePlay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3B98D-B147-4E19-A524-8C17F9C5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Attack / Slide button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Health slider, coin text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Timer, FPS, ping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Revive hold 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2498B-D435-42A2-9674-9E0973D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3714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1827">
              <a:alpha val="86667"/>
            </a:srgbClr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E47DE-1E06-49E8-9C62-C94666E1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PanelRoomMatch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437A6-8E82-4F09-A660-926BC32F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Room code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Ready / Start Match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Heartbeat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Load active 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3EBC7-BCC5-459A-94A9-CE9EC7C5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Gameplay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4F4BA-6E9E-4A21-BE78-C321BA18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5299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70E88-D14C-4AD7-A12E-29E98A1C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Công nghệ sử dụng trong đồ 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80555-65E2-4C25-A8BE-712EF268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Các công nghệ chính được tách theo vai trò: engine, gameplay code, networking, dữ liệu, AI và giao diện.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BF41C-501C-4CE0-B1EA-575CCF3A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26FCC-5123-4930-AA97-EC861611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0E868-DA40-4692-B95B-AFF58DF9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Unity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3D10E-190B-425F-976A-8257E151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Scene, GameObject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Prefab, Animator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CharacterController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B43FC-954B-40EC-881E-477A24A4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DC11E-8097-48F9-9E78-2C3B06B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C# Scripts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F3216-D9DD-468E-8F5D-1DB5DD49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03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State machine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Coroutine, event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Singleton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71DBA-37B6-4663-BA3C-CE7BE02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74B8C-259E-4AAB-BCB5-CDAE24EA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621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Photon 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D5778-C355-42B1-81B1-CB71398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03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NetworkRunner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NetworkObject, RPC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Shared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79E9F-98D5-4C8D-8E55-2F47AB17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60AA0-E26A-42E4-9057-BCA1733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Supabase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1CE41-C19D-4AD7-A6A1-AD9B811F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00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Auth, REST DB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Edge Functions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Room/match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B60D8-B77D-424A-902C-C91AD9A8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62375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E7CE0-923E-4A02-A84D-5A41877C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71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AI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07FB6-084E-4A61-8BEA-2E19FD6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00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NavMeshAgent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SetDestination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Target refresh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2AC1D-4FB8-4E91-AD5B-227B60F9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62375"/>
            <a:ext cx="323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A1C3B-3860-42BF-8A35-C29EAFE6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71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UI/UX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79976-59B8-4A03-9A4D-B8E72D8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007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UGUI, TextMeshPro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Virtual Joystick</a:t>
            </a:r>
          </a:p>
          <a:p xmlns:a="http://schemas.openxmlformats.org/drawingml/2006/main">
            <a:pPr algn="l">
              <a:defRPr sz="135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HUD + Room panels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05F6C-3C58-4C65-B965-CBA1CF40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Công nghệ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6E21A-5E09-4963-87E2-A71B24C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2378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55D1A-805C-47D2-8198-0DDD4578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Công nghệ kiểm soát người chơi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C59FB-104A-4926-89FB-40CE779B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Luồng offline và online dùng chung ý tưởng điều khiển, nhưng khác lớp chịu trách nhiệm quyền điều khiển.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02550-364A-4054-9B9F-2C50D995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F788B-991A-46D2-919D-CED62982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8B98A-59F6-445D-B644-FD0BFA9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Offline 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3FE0F-369D-4100-8578-B85B8DA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714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Unity Input / VirtualJoystick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CharacterController.Move()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Animator parameters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DamageCaster qua animation event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Player.cs giữ state combat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9D0EB-CD63-49F6-B3B4-2EA409B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310BE-DE88-4D76-8AC5-351C40A4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Online Avatar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B302F-0C5C-40A0-ADBB-BE34493F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3810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Photon Fusion Authority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HasInputAuthority / StateAuthority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FixedUpdateNetwork()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RPC_PlayAttack, RPC_ApplyDamage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FusionNetworkHealth đồng bộ máu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6F50F-ABA8-4CB0-A10F-BF956362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6385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F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608F4-5770-4259-83BC-AAC65BC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Quyền điều khiển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2ECB4-AF34-4CDE-A1A5-41BD0AF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Công nghệ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18D7E-DEB3-467B-9564-4E5C273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1044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24CC5-0A1E-49FF-971F-E99CFDF2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Công nghệ dữ liệu người chơi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6ACD5-7231-4920-A578-FE215F2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Supabase lưu tài khoản, phòng chờ, trạng thái trận, coin và lịch sử để game có dữ liệu bền vững.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FA95D-F44F-4DC4-985D-82621B7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0FC52-B46E-49CD-B1E6-58942540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2428875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06346-0860-4112-8014-84843FB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Supabase Auth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88A57-6C0A-4B10-9134-5E024019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Đăng ký/đăng nhập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Access token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Profile người chơi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A4887-7D78-4026-8063-EF428CF2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47875"/>
            <a:ext cx="2428875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9BCB7-06AE-44EB-9F15-9C945EA7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05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REST 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52C84-FC77-4427-BC94-310820D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users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rooms / room_players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matches /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A96D5-394F-4AE4-825C-3512966F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2428875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E04BE-3EAC-4391-9FFA-9F7DBCE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Edge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E5E0A-2562-471D-B3E2-F5B1AD72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create_room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join_room / set_ready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start_match / end_match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5AEA2-3222-421B-B26C-876BD47C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47875"/>
            <a:ext cx="2428875" cy="2714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4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DDC7C-0929-4BDA-A021-34C77D46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050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Client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83136-24AA-4601-B401-E22498A1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885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AuthService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RoomService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SupabaseSession</a:t>
            </a:r>
          </a:p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OnlineMatchStats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6436C-D358-43F6-A438-328EA95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8991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E49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E5428-F819-4C3B-8A37-D97256F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Dữ liệu đi theo flow: UI thao tác → Service gọi Supabase → cập nhật room/match → client load lại trạng thái.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A8CBC-A181-496D-A855-F87429F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Công nghệ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58B48-ABC0-4670-AB8A-97D11B53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5601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F4916-C819-4EE1-B20D-DA4D16BF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AI trong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00701-5D71-427D-B8E1-5F3A680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Enemy chọn mục tiêu, kiểm tra đường đi, tách nhau khi di chuyển và tăng độ khó theo trận.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98A26-5FAF-4946-9A79-FFC90D7F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F5A79-2714-4467-BE5C-007C195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957D4-26EE-494B-A2ED-6CDFFD39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NavMesh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18642-B257-4FDF-AB09-96B4A2B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NavMeshAgent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Refresh target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CanReachTarget()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SetDestination()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steeringTarget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7B2E0-DBE7-47B7-87BB-4811F6BD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57375"/>
            <a:ext cx="3429000" cy="3619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EE635-CF76-4129-AD84-D5E42FC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Combat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6ED50-AADE-426B-9F64-C20C61A0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AttackRange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FaceTarget()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AttackAnimationEnds()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Enemy_02 shoot orb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62080-1E3E-4259-B0ED-05069BEF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13FEF-1B6F-46DB-A725-CC6E795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565D0-29D3-4972-94E6-5ED5F66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difficultyPerWave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difficultyPerMinute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extra players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health/damage/speed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41E63-B99A-476B-8053-B20D826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Công nghệ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68EA5-E396-40A7-8E2D-AD1A87C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57463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0F196-CAA0-42B6-93EF-6293B218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Photon Fusion: đồng bộ gameplay realtime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F87C1-E9E5-4943-A112-851C953A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Gameplay online dùng Shared Mode; hành động quan trọng đi qua NetworkObject, authority và RPC.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C7917-6095-4C87-ACC9-446CCBFD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1A6CC-3552-4C5E-857A-D6DF0C7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072F9-EB00-44C1-AABF-B2EF7793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57CFD-094D-4697-B27F-F44EE6D9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Attack / Slide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Pickup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41800-C29C-43BD-9762-1951EC8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D371D-D06B-4BB8-96BD-665D2190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95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Fusion tick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F2645-23C0-483E-9C3F-6D24AEC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1940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FixedUpdateNetwork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simulate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7D0BC-9BC5-4F5C-AE0C-ACD0A14E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FF31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0FA2C-7CEC-4705-ABA4-2F9E2BE3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1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315A"/>
                </a:solidFill>
                <a:latin typeface="Segoe UI"/>
                <a:ea typeface="Segoe UI"/>
                <a:cs typeface="Segoe UI"/>
              </a:rPr>
              <a:t>RPC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1DB20-EF5A-4604-B0CB-D5EAABB0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Damage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Revive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D76AB-1910-4B24-A37C-9A9A258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FF4F0-07B9-454F-A362-23FCC1D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95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581A8-E65C-4BAA-A24A-0B2A9E8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1940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Health sync</a:t>
            </a:r>
          </a:p>
          <a:p xmlns:a="http://schemas.openxmlformats.org/drawingml/2006/main">
            <a:pPr algn="l">
              <a:defRPr sz="1200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Render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42A91-9DA1-4DF0-96C1-DDB2803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2952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CA3F3-2C72-40C8-87C3-C21BD58F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952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5DCBA-6BD3-4611-A714-905C3687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52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1199-85A1-441B-B59C-116DB1D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334"/>
          </a:solidFill>
          <a:ln xmlns:a="http://schemas.openxmlformats.org/drawingml/2006/main" w="9525">
            <a:solidFill>
              <a:srgbClr val="2E49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6E863-EA4A-47EF-99D5-C9DE2D84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95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Điểm kiểm soát lỗi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D9114-7240-4848-A364-C3445474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6730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Duplicate damage lock, StateAuthority, CanApplyDamageLocally và FusionNetworkHealth giúp tránh nhân đôi sát thương.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A3DB8-CF68-4D6A-B807-649B7C0B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Công nghệ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786E0-05F9-4ABC-A934-36BD399F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181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18199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349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7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daf9cfbfb4a11"/>
          <a:srcRect xmlns:a="http://schemas.openxmlformats.org/drawingml/2006/main" l="7825" t="0" r="7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29A59-E2B8-411D-9F9D-811DC16C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13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5507F-6CC1-409E-9FA2-0B21687B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F61A8-7C2A-4274-B149-2EE2E2B7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B5C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8B5C7"/>
                </a:solidFill>
                <a:latin typeface="Segoe UI"/>
                <a:ea typeface="Segoe UI"/>
                <a:cs typeface="Segoe UI"/>
              </a:rPr>
              <a:t>Đồ án thể hiện một vòng đời game tương đối hoàn chỉnh: gameplay hành động, AI enemy, online co-op và dữ liệu người chơi.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2ACCA-FD9E-4A47-A2D0-AD6482F0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81827">
              <a:alpha val="86667"/>
            </a:srgbClr>
          </a:solidFill>
          <a:ln xmlns:a="http://schemas.openxmlformats.org/drawingml/2006/main" w="9525">
            <a:solidFill>
              <a:srgbClr val="29F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70615-FCC8-4F4E-BDD7-45A113DB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9F2E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9F2E6"/>
                </a:solidFill>
                <a:latin typeface="Segoe UI"/>
                <a:ea typeface="Segoe UI"/>
                <a:cs typeface="Segoe UI"/>
              </a:rPr>
              <a:t>Đã làm được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DFA25-4366-4631-ABC2-7FC9DAF9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State machine rõ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Wave/gate loop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Fusion co-op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Supabase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DE502-F0EC-464D-B32F-7E38EF2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81827">
              <a:alpha val="86667"/>
            </a:srgbClr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DD308-4D92-440E-8BC3-221A16A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6B35"/>
                </a:solidFill>
                <a:latin typeface="Segoe UI"/>
                <a:ea typeface="Segoe UI"/>
                <a:cs typeface="Segoe UI"/>
              </a:rPr>
              <a:t>Giá trị kỹ thuật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62053-57B4-4BF4-B0A8-39E5D2EE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29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Authority control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RPC gameplay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NavMesh AI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Match 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CFA4A-9035-46CE-A610-1BCC7D8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81827">
              <a:alpha val="86667"/>
            </a:srgbClr>
          </a:solidFill>
          <a:ln xmlns:a="http://schemas.openxmlformats.org/drawingml/2006/main" w="9525">
            <a:solidFill>
              <a:srgbClr val="6DFE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17506-59AC-4239-82AB-9639AF4E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FE9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6DFE9A"/>
                </a:solidFill>
                <a:latin typeface="Segoe UI"/>
                <a:ea typeface="Segoe UI"/>
                <a:cs typeface="Segoe UI"/>
              </a:rPr>
              <a:t>Phát triển tiếp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5FB82-8329-45CC-86DF-0D44437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Boss AI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Nhiều map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Balancing dữ liệu</a:t>
            </a:r>
          </a:p>
          <a:p xmlns:a="http://schemas.openxmlformats.org/drawingml/2006/main">
            <a:pPr algn="l">
              <a:defRPr sz="1575" b="0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• Replay/analytics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C1248-8C86-4465-8923-ABCF5F6D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B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BFF"/>
                </a:solidFill>
                <a:latin typeface="Segoe UI"/>
                <a:ea typeface="Segoe UI"/>
                <a:cs typeface="Segoe UI"/>
              </a:rPr>
              <a:t>Cảm ơn thầy cô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1804841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2026-06-27T14:43:41.9620000Z</dcterms:created>
  <dcterms:modified xsi:type="dcterms:W3CDTF">2026-06-27T14:43:41.9620000Z</dcterms:modified>
</coreProperties>
</file>